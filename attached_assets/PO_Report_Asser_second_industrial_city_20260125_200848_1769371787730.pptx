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6b355ce-2986-4190-aad7-ec1fd805d1ab-00-1439470jq2g5d.pike.replit.dev/download_delivery_note/10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6b355ce-2986-4190-aad7-ec1fd805d1ab-00-1439470jq2g5d.pike.replit.dev/download_vat_invoice_file/5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6b355ce-2986-4190-aad7-ec1fd805d1ab-00-1439470jq2g5d.pike.replit.dev/download_delivery_note/15" TargetMode="External"/><Relationship Id="rId3" Type="http://schemas.openxmlformats.org/officeDocument/2006/relationships/hyperlink" Target="https://26b355ce-2986-4190-aad7-ec1fd805d1ab-00-1439470jq2g5d.pike.replit.dev/download_delivery_note/1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6b355ce-2986-4190-aad7-ec1fd805d1ab-00-1439470jq2g5d.pike.replit.dev/download_delivery_note/7" TargetMode="External"/><Relationship Id="rId3" Type="http://schemas.openxmlformats.org/officeDocument/2006/relationships/hyperlink" Target="https://26b355ce-2986-4190-aad7-ec1fd805d1ab-00-1439470jq2g5d.pike.replit.dev/download_delivery_note/9" TargetMode="External"/><Relationship Id="rId4" Type="http://schemas.openxmlformats.org/officeDocument/2006/relationships/hyperlink" Target="https://26b355ce-2986-4190-aad7-ec1fd805d1ab-00-1439470jq2g5d.pike.replit.dev/download_delivery_note/6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6b355ce-2986-4190-aad7-ec1fd805d1ab-00-1439470jq2g5d.pike.replit.dev/download_vat_invoice_file/4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6b355ce-2986-4190-aad7-ec1fd805d1ab-00-1439470jq2g5d.pike.replit.dev/download_delivery_note/8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6b355ce-2986-4190-aad7-ec1fd805d1ab-00-1439470jq2g5d.pike.replit.dev/download_delivery_note/11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6b355ce-2986-4190-aad7-ec1fd805d1ab-00-1439470jq2g5d.pike.replit.dev/download_vat_invoice_file/6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6b355ce-2986-4190-aad7-ec1fd805d1ab-00-1439470jq2g5d.pike.replit.dev/download_delivery_note/1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Purchase Order Report</a:t>
            </a:r>
          </a:p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Asser second industrial city - January 25,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40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C3C3C"/>
                </a:solidFill>
                <a:latin typeface="Arial"/>
              </a:defRPr>
            </a:pPr>
            <a:r>
              <a:t>Projects: 1  |  Purchase Orders: 7  |  Total Value: 323,278.13 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Project: Asser second industrial city</a:t>
            </a:r>
          </a:p>
          <a:p>
            <a:pPr>
              <a:defRPr sz="1400">
                <a:solidFill>
                  <a:srgbClr val="DCDCFF"/>
                </a:solidFill>
                <a:latin typeface="Arial"/>
              </a:defRPr>
            </a:pPr>
            <a:r>
              <a:t>Client: Asser second industrial city  |  POs: 7  |  Total: 323,278.13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371600"/>
          <a:ext cx="117957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1828800"/>
                <a:gridCol w="164592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 Reference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Vendor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Distributor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PO-0000514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Cisco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Fast Computers Trading Co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90,130.00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Not Place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PO-0000481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Dell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Smart Cadres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6,500.00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Placed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PO-0000483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Avaya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GAPP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6,682.53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Not Place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PO-00003490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Belden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Abdullah Jarallah Agencie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38,000.00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Not Place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PO-0000482 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Bright Wire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9,755.00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Not Place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PO-0000491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Samsung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Alnawras-int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4,800.00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Placed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PO-0000480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Honewell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Takeleap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167,410.60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Approved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Not Place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PO-0000514 - Items (1-6 of 12)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Cisco  |  Total: 90,130.00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MX95-HW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MX95 Cloud Managed SecurityA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7,452.00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7,452.00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MA-PWR-CORDU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AC Power Cord for MX and MS 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LIC-MX95-SDW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MX95 Secure SD-WAN Plus Lice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18,610.00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18,610.00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MA-SFP-10GB-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10G Base LR Single-Mode -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5,960.00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5,960.00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MA-SFP-10GB-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10G Base SR Multi-Mode - .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1,469.00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8,814.00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C9300X-48HX-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C9300X 48-port mGig UPoE+, 1100wac 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22,275.00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22,275.00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PO-0000514 - Items (7-12 of 12)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Cisco  |  Total: 90,130.00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LIC-C9300-48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Enterprise License for C9300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3,164.00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3,164.00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MA-PWR-CORD-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AC Power Cord for MX and MS 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C9300X-24HX-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C9300X 24-port mGig UPoE+, 1100wacP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19,147.00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19,147.00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LIC-C9300-24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Enterprise License for C9300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1,705.00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1,705.00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MR36H-HW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MR36H Wi-Fi 6 Cloud Managed 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1,181.00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2,362.00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LIC-ENT-1YR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Meraki MR Enterprise License, 1YR -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243.00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486.00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PO-0000481 - Items (1-1 of 1)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Dell  |  Total: 6,500.00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PowerEdge</a:t>
                      </a:r>
                    </a:p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Dell PowerEdge R360 Server Intel Xe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6,500.00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6,500.00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2025-12-08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A2B8"/>
                </a:solidFill>
                <a:latin typeface="Arial"/>
              </a:defRPr>
            </a:pPr>
            <a:r>
              <a:t>PO: PO-0000481 - Delivery Notes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828800"/>
                <a:gridCol w="1463040"/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Date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Delivery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Download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2025-12-08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2025-12-08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2"/>
                        </a:rPr>
                        <a:t>Download</a:t>
                      </a:r>
                    </a:p>
                  </a:txBody>
                  <a:tcPr anchor="ctr">
                    <a:solidFill>
                      <a:srgbClr val="007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F42C1"/>
                </a:solidFill>
                <a:latin typeface="Arial"/>
              </a:defRPr>
            </a:pPr>
            <a:r>
              <a:t>PO: PO-0000481 - VAT Invoices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1828800"/>
                <a:gridCol w="18288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Invoice Name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 Name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Uploaded By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Upload Date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Download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VAT Invoice - فاتورة اشرا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فاتورة اشراق الجزيرة2559 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Renad.M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2025-12-08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2"/>
                        </a:rPr>
                        <a:t>Download Invoice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PO-0000483 - Items (1-6 of 10)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Avaya  |  Total: 6,682.53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383110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IP OFFICE R10+ AVAYA IP ENDPOINT 1 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71.78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430.68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434116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IP OFFICE R12 ESSENTIAL EDITION LIC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505.34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505.34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700289747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IP OFFICE POWER LEAD (EARTHED) UK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18.91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18.91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700429202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IP OFFICE IP500 RACK MOUNTING KIT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83.90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83.90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700479702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IP OFFICE IP500 V2 SYSTEM SD CARD A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62.63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62.63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700504031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IP OFFICE MEDIA CARD VOICE (VCM) CO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267.07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267.07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PO-0000483 - Items (7-10 of 10)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Avaya  |  Total: 6,682.53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700503164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IP OFFICE IP500 TRUNK ANALOG 4U V2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723.21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723.21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700513916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J139 IP PHONE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286.76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1,720.56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700514867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IP OFFICE IP500 VERSION 2A CONTROL 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1,205.35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1,205.35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271629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IPO REM TECH SUPT 8X5 - IP500 V2 1Y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1,664.83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1,664.83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2026-01-12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A2B8"/>
                </a:solidFill>
                <a:latin typeface="Arial"/>
              </a:defRPr>
            </a:pPr>
            <a:r>
              <a:t>PO: PO-0000483 - Delivery Notes (2)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828800"/>
                <a:gridCol w="1463040"/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Date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Delivery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Download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2026-01-13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2026-01-12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2"/>
                        </a:rPr>
                        <a:t>Download</a:t>
                      </a:r>
                    </a:p>
                  </a:txBody>
                  <a:tcPr anchor="ctr">
                    <a:solidFill>
                      <a:srgbClr val="007B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2025-12-23</a:t>
                      </a:r>
                    </a:p>
                  </a:txBody>
                  <a:tcPr anchor="ctr"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2025-12-23</a:t>
                      </a:r>
                    </a:p>
                  </a:txBody>
                  <a:tcPr anchor="ctr"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3"/>
                        </a:rPr>
                        <a:t>Download</a:t>
                      </a:r>
                    </a:p>
                  </a:txBody>
                  <a:tcPr anchor="ctr">
                    <a:solidFill>
                      <a:srgbClr val="007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PO-00003490 - Items (1-6 of 10)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Belden  |  Total: 38,000.00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BE-10GXE02-</a:t>
                      </a:r>
                    </a:p>
                    <a:p>
                      <a:pPr algn="ctr">
                        <a:defRPr sz="800"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BELDEN CAT6A S/FTP 500 Mtr/Roll BLU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1,500.00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12,000.00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AX103254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Patch Panel CAT6A 10GX 24 Port,1U, 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1,250.00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3,750.00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9512-1901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Belden 1U Cable Organizer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270.00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AX102282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10GX Keystone Key Connect Style T56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CA24108003M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Unshielded Patch Cord Gery 10GX 3Mt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1,536.00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CA24108001M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Unshielded Patch Cord Gery 10GX 1Mt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1,056.00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PO-00003490 - Items (7-10 of 10)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Belden  |  Total: 38,000.00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RJ45 Male Co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RJ 45 Connector GOLD 50U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156.00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GUSNE06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Belden 6 Fiber OM4 MM Indoor/Outdoo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8.20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16,400.00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NN01408-4M12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Port OM4 LC Duplex Panel Fiber l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670.00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1,340.00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BE-FP4LDLD00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FXPC OM4 LC_DX LC-DX 3M.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128.00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512.00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A2B8"/>
                </a:solidFill>
                <a:latin typeface="Arial"/>
              </a:defRPr>
            </a:pPr>
            <a:r>
              <a:t>PO: PO-00003490 - Delivery Notes (3)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828800"/>
                <a:gridCol w="1463040"/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Date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Delivery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Download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2025-12-03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2025-12-03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client Delivery Note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2"/>
                        </a:rPr>
                        <a:t>Download</a:t>
                      </a:r>
                    </a:p>
                  </a:txBody>
                  <a:tcPr anchor="ctr">
                    <a:solidFill>
                      <a:srgbClr val="007B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2025-12-03</a:t>
                      </a:r>
                    </a:p>
                  </a:txBody>
                  <a:tcPr anchor="ctr"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2025-12-02</a:t>
                      </a:r>
                    </a:p>
                  </a:txBody>
                  <a:tcPr anchor="ctr"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Supplier Delivery Note</a:t>
                      </a:r>
                    </a:p>
                  </a:txBody>
                  <a:tcPr anchor="ctr"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3"/>
                        </a:rPr>
                        <a:t>Download</a:t>
                      </a:r>
                    </a:p>
                  </a:txBody>
                  <a:tcPr anchor="ctr">
                    <a:solidFill>
                      <a:srgbClr val="007B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2025-11-29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2025-11-29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 Transit</a:t>
                      </a:r>
                    </a:p>
                  </a:txBody>
                  <a:tcPr anchor="ctr">
                    <a:solidFill>
                      <a:srgbClr val="6C75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4"/>
                        </a:rPr>
                        <a:t>Download</a:t>
                      </a:r>
                    </a:p>
                  </a:txBody>
                  <a:tcPr anchor="ctr">
                    <a:solidFill>
                      <a:srgbClr val="007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F42C1"/>
                </a:solidFill>
                <a:latin typeface="Arial"/>
              </a:defRPr>
            </a:pPr>
            <a:r>
              <a:t>PO: PO-00003490 - VAT Invoices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1828800"/>
                <a:gridCol w="18288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Invoice Name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 Name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Uploaded By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Upload Date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Download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VAT Invoice - AJA Invice 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AJA Invice Asser.pdf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M.Saleh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2025-11-29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2"/>
                        </a:rPr>
                        <a:t>Download Invoice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PO-0000482  - Items (1-6 of 8)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N/A  |  Total: 9,755.00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GS.6827.9801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27U GS NETWORKING CABINET 600W X 80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1,090.00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1,090.00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GS.6818.9801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18U GS NETWORKING CABINET 600W X 80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880.00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880.00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Enclosure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Outdoor  Enclosure  for Media Conve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2,100.00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MC-700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MC-700 7 SLOT 10" MEDIA CONVERTER C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540.00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540.00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GT-802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GT-802 10/100/1000Base-T to 1000Bas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179.00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1,253.00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IGTP-805AT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IGTP-805AT 10/100/1000Base-T to 100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388.00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2,716.00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PO-0000482  - Items (7-8 of 8)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N/A  |  Total: 9,755.00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PWR-75-24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PWR-75-24 , 24V, 75W Din-Rail Power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113.00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791.00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MGB-TSX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MGB-TSX MINI GBIC MODULE 1000BASE-S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55.00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385.00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2025-12-03 | client Delivery N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A2B8"/>
                </a:solidFill>
                <a:latin typeface="Arial"/>
              </a:defRPr>
            </a:pPr>
            <a:r>
              <a:t>PO: PO-0000482  - Delivery Notes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828800"/>
                <a:gridCol w="1463040"/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Date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Delivery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Download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2025-12-03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2025-12-03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client Delivery Note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2"/>
                        </a:rPr>
                        <a:t>Download</a:t>
                      </a:r>
                    </a:p>
                  </a:txBody>
                  <a:tcPr anchor="ctr">
                    <a:solidFill>
                      <a:srgbClr val="007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PO-0000491 - Items (1-1 of 1)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Samsung  |  Total: 4,800.00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Samsung </a:t>
                      </a:r>
                    </a:p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LH5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Samsung Smart Signage 55", 4K UHD S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2,400.00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4,800.00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Exp: 2025-12-15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A2B8"/>
                </a:solidFill>
                <a:latin typeface="Arial"/>
              </a:defRPr>
            </a:pPr>
            <a:r>
              <a:t>PO: PO-0000491 - Delivery Notes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828800"/>
                <a:gridCol w="1463040"/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Date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Delivery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Download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2025-12-15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2025-12-15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2"/>
                        </a:rPr>
                        <a:t>Download</a:t>
                      </a:r>
                    </a:p>
                  </a:txBody>
                  <a:tcPr anchor="ctr">
                    <a:solidFill>
                      <a:srgbClr val="007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F42C1"/>
                </a:solidFill>
                <a:latin typeface="Arial"/>
              </a:defRPr>
            </a:pPr>
            <a:r>
              <a:t>PO: PO-0000491 - VAT Invoices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1828800"/>
                <a:gridCol w="18288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Invoice Name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 Name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Uploaded By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Upload Date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Download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VAT Invoice - 31127366530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311273665300003_20251221T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A.mohsen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2025-12-22</a:t>
                      </a:r>
                    </a:p>
                  </a:txBody>
                  <a:tcPr anchor="ctr"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2"/>
                        </a:rPr>
                        <a:t>Download Invoice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PO-0000480 - Items (1-6 of 15)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Honewell  |  Total: 167,410.60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HC35W45R2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35S 5MP IR MFZ dome camera: WDR 120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760.00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4,560.00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HA60WLMB1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Wall Mount Bracket: 1.5NPT Female -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163.00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978.00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HA35PMC02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35S MFZ camera cap: 1.5NPT male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172.00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1,032.00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HC70WB8R2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8MP Network IR Outdoor Bullet Camer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4,130.00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8,260.00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HV70LPRL1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Honeywell License Plate recognition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2,380.00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4,760.00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HA60BB1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Junction box for 60S &amp; 70S bullet c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243.00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486.00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PO-0000480 - Items (7-12 of 15)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Honewell  |  Total: 167,410.60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HC35WZ5R30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35S 5MP IR speed dome (PTZ) camera: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5,550.00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27,750.00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HA60PLMZI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PTZ Pole mount bracket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494.00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2,470.00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HA60WLMZI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PTZ Wall mount bracket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2,000.00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Partial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HNMPE32E48T8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MAXPRO NVR PE: 32 Channel: 6x8TB HD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47,898.00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47,898.00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HNMSWVMS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MAXPRO VMS Base Software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13,000.00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13,000.00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HNMSWCL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1MAXPRO VIEW Client Software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4,630.00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4,630.00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B5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30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PO: PO-0000480 - Items (13-15 of 15)</a:t>
            </a:r>
          </a:p>
          <a:p>
            <a:pPr>
              <a:defRPr sz="1200">
                <a:solidFill>
                  <a:srgbClr val="C8D2FF"/>
                </a:solidFill>
                <a:latin typeface="Arial"/>
              </a:defRPr>
            </a:pPr>
            <a:r>
              <a:t>Project: Asser second industrial city  |  Vendor: Honewell  |  Total: 167,410.60 SAR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97280"/>
          <a:ext cx="11841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005840"/>
                <a:gridCol w="2286000"/>
                <a:gridCol w="548640"/>
                <a:gridCol w="1005840"/>
                <a:gridCol w="1005840"/>
                <a:gridCol w="822960"/>
                <a:gridCol w="822960"/>
                <a:gridCol w="128016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 Number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Qty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 Price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Follow Up / Expected</a:t>
                      </a:r>
                    </a:p>
                  </a:txBody>
                  <a:tcPr anchor="ctr">
                    <a:solidFill>
                      <a:srgbClr val="3B599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HMSP3-B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MAXPRO VMS Performance Server, 1U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31,000.00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31,000.00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HMW8T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Honeywell MaxPro Workstation, Tower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11,706.00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11,706.00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HJC5000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Remote control keyboard for Maxpro,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6,880.00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6,880.00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 Delivered</a:t>
                      </a:r>
                    </a:p>
                  </a:txBody>
                  <a:tcPr anchor="ctr">
                    <a:solidFill>
                      <a:srgbClr val="DC3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7A2B8"/>
                </a:solidFill>
                <a:latin typeface="Arial"/>
              </a:defRPr>
            </a:pPr>
            <a:r>
              <a:t>PO: PO-0000480 - Delivery Notes (1)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116128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828800"/>
                <a:gridCol w="1463040"/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Order Date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Expected Delivery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Download</a:t>
                      </a:r>
                    </a:p>
                  </a:txBody>
                  <a:tcPr anchor="ctr">
                    <a:solidFill>
                      <a:srgbClr val="17A2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  <a:r>
                        <a:t>2026-01-21</a:t>
                      </a: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Delivered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Arial"/>
                        </a:defRPr>
                      </a:pPr>
                    </a:p>
                  </a:txBody>
                  <a:tcPr anchor="ctr">
                    <a:solidFill>
                      <a:srgbClr val="F5F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hlinkClick r:id="rId2"/>
                        </a:rPr>
                        <a:t>Download</a:t>
                      </a:r>
                    </a:p>
                  </a:txBody>
                  <a:tcPr anchor="ctr">
                    <a:solidFill>
                      <a:srgbClr val="007B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