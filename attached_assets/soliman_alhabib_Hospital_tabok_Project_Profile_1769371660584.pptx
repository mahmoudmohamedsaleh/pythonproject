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  <a:latin typeface="Calibri"/>
              </a:defRPr>
            </a:pPr>
            <a:r>
              <a:t>Project Profile: soliman alhabib  Hospital tabok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Calibri"/>
              </a:defRPr>
            </a:pPr>
            <a:r>
              <a:t>Stage: Technical Discussion | Probability: 50.0%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Sales Engineer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Mohamed Fathy Amer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soliman alhabib  Hospital 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Contractor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seder construction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Consultant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No Consultant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Close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2025-10-07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SAR 6,972,328.00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645920"/>
          <a:ext cx="4114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Quotations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Quotation Value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SAR 43,609,761.60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RFQs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 Requests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Purchase Orders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0 (SAR 0.00)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Scope of Work: S&amp;S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A745"/>
                </a:solidFill>
                <a:latin typeface="Calibri"/>
              </a:defRPr>
            </a:pPr>
            <a:r>
              <a:t>Quotations (11)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4191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Sales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Margin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QT-EJT-SHT-SCS-2212-R05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4,075,299.00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4,871,902.00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16.3509651877234%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QT-EJT-SHT-ACS-081025-R01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1,522,538.00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2,030,489.00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25.016190681161042%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QT-EJT-SHT-CCTV-081025-R01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2,523,177.00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3,657,110.00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31.006259040608562%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QT-EJT-SHT-SCS-081025-R02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3,814,843.00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5,348,332.60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28.6722931180458%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QT-EJT-SHT-BMS-081225-R06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BMS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2,721,457.00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3,681,224.00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26.07195324163919%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QT-EJT-SHT-ICT-L.C-081025-R01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Fire Alarm, nurse call, public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6,006,582.71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7,932,281.00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24.276728093722344%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QT-EJT-SHT-F.A-091225-R06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2,412,038.00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2,945,723.00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18.11728394013965%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QT-EJT-SHT-P.A-101225-R06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Public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647,206.00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656,055.00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1.3488198398000195%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QT-EJT-SHT-L.C-301025-R03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P.A ,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851,761.00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936,317.00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9.030702208760498%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QT-EJT-SHT-ICT-L.C-151025-R02 - Panduit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F.A ,QMS , Nurse call , P.A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4,396,161.82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5,775,164.00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23.878147529663217%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QT-EJT-SHT-ICT-L.C-151025-R02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L.C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4,396,161.82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5,775,164.00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23.878147529663217%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107"/>
                </a:solidFill>
                <a:latin typeface="Calibri"/>
              </a:defRPr>
            </a:pPr>
            <a:r>
              <a:t>RFQs (10)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RFQ Reference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Sales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RFQ 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RFQ-20260121132319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2026-01-22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4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RFQ-20260113113348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2026-01-14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12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RFQ-20251208074751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48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RFQ-20251206140341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50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RFQ-20251206140257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50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RFQ-20251203084811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53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RFQ-20251203082528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53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RFQ-20251109083659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2025-11-09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77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RFQ-20250928071647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2025-10-05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119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RFQ-20250928071447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2025-10-05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119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F42C1"/>
                </a:solidFill>
                <a:latin typeface="Calibri"/>
              </a:defRPr>
            </a:pPr>
            <a:r>
              <a:t>Request For Technical Support (5)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838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Request 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RFTS-48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QMS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Technical Submittal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2025-12-15</a:t>
                      </a:r>
                    </a:p>
                  </a:txBody>
                  <a:tcPr anchor="ctr"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RFTS-37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CCTV,Passive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Technical Submittal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2025-12-10</a:t>
                      </a:r>
                    </a:p>
                  </a:txBody>
                  <a:tcPr anchor="ctr"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RFTS-36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Technical Submittal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2025-12-10</a:t>
                      </a:r>
                    </a:p>
                  </a:txBody>
                  <a:tcPr anchor="ctr"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RFTS-35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Technical Submittal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2025-12-10</a:t>
                      </a:r>
                    </a:p>
                  </a:txBody>
                  <a:tcPr anchor="ctr"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RFTS-34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Technical Submittal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