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Aggregate Client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  <a:latin typeface="Calibri"/>
              </a:defRPr>
            </a:pPr>
            <a:r>
              <a:t>Generated: 2026-01-25 21:34 | Clients: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13716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47472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474720" cy="13716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7,236,415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Deal Value (SAR)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21031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Projects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soliman alhabib  Hospital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End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VIP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Mohamed Fathy 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soliman alhabib  Hospital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End User | Contact: eng hamdy  | Engineer: Mohamed Fathy Amer | Tier: VIP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rack Datawaylar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2026-01-25 11:26:34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Safa Medical Center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16:08:12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Habib Hospitals Group Systems Migration &amp; Upg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16:05:20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AL Nahda Medical Centers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11:49:39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Hitteen Medical Centers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11:48:28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Ishbiliyah Medical Complex - Structure Cablin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11:46:02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wellness center Al habib gym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14:48:12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Safa Medical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QT-EJT-Medical Center - PDU -1901026-R1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Safa Medical Center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RFQ-20260119163559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16:37:06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Habib Hospitals Group Systems Migration &amp; Upgrade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Habib Hospitals Group Systems Migration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RFQ-20260125011351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2026-01-25 01:14:19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AL Nahda Medical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QT-EJT-NMC-ICT-311225-R01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1,779,392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2,286,035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QT-EJT-NMC-ICT-311225-R01 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1,779,392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2,628,940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AL Nahda Medical Centers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RFQ-20260104080824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Access 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2026-01-04 08:08:56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Hitteen Medical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QT-EJT-HMC-ICT-311225-R01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1,405,049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1,780,414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Hitteen Medical Centers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RFQ-20260104081144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Access 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2026-01-04 08:12:08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Ishbiliyah Medical Complex - Structure Cabling 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152,950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QT-EJT-IMC-SCS-281225-R03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125,419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 QT-EJT-IMC-SCS-281225-R03 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125,419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Ishbiliyah Medical Complex - Structure 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RFQ-20260119133826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13:39:03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wellness center Al habib gym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QT-EJT-Al habib gym-221225-R01.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Control, BGM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114,197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152,269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wellness center Al habib gym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RFQ-20251215190109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PA-AV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19:01:47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El Habib Villa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111,137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QT-EJT-El Habib Villa-221225-R01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129,243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172,362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QT-EJT-El Habib Villa-11126-R05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92,314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111,137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El Habib Villa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RFQ-20251215193223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19:33:14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RFQ-20260114135530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BGM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2026-01-14 13:56:10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NAMAR Medical Center Suliman Alhabib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QT-EJT-NMC-SCS-151225-R01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536,053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744,479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QT-EJT-NAMAR-F.A-301225-R01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656,093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871,610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NAMAR Medical Center Suliman Alhabib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RFQ-20251213101042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10:11:07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RFQ-20251213101112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10:11:36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RFQ-20251213101148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10:12:20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RFQ-20251213101252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Alarm, CO System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10:13:21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RFQ-20251213101326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10:13:48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soliman alhabib  Hospital tabok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Technical Discussion | Value: 6,972,328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QT-EJT-SHT-ICT-L.C-151025-R02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L.C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4,396,162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5,775,164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QT-EJT-SHT-ICT-L.C-151025-R02 - Panduit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F.A ,QMS , Nurse cal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4,396,162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5,775,164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QT-EJT-SHT-L.C-301025-R03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P.A ,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851,761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936,317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QT-EJT-SHT-P.A-101225-R06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Public Address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647,206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656,055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QT-EJT-SHT-F.A-091225-R06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2,412,038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2,945,723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soliman alhabib  Hospital tabok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RFQ-20250928071447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2025-09-28 07:16:27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RFQ-20250928071647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2025-09-28 07:18:20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RFQ-20251109083659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2025-11-09 08:38:41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RFQ-20251203082528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2025-12-03 08:26:58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RFQ-20251203084811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2025-12-03 08:48:43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RFQ-20251206140257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2025-12-06 14:03:36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RFQ-20251206140341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2025-12-06 14:04:21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RFQ-20251208074751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BMS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2025-12-08 07:48:18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RFQ-20260113113348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2026-01-13 11:35:24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RFQ-20260121132319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Cabinet data center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2026-01-21 13:23:57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RFTS - soliman alhabib  Hospital tabok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103120"/>
                <a:gridCol w="1371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RFTS Ref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RFTS-35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RFTS-37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CCTV,Passive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QMS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