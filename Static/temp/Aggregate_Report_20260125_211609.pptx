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Aggregate Client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  <a:latin typeface="Calibri"/>
              </a:defRPr>
            </a:pPr>
            <a:r>
              <a:t>Generated: 2026-01-25 21:16 | Clients: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Summary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3474720" cy="13716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Clients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3474720" cy="13716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Total Projects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371600"/>
            <a:ext cx="3474720" cy="137160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50876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11,703,056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94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Total Deal Value (SAR)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21031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Client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Tier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Projects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soliman alhabib  Hospital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End 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VIP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Mohamed Fathy Amer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bodel gruop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End User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Standard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Mohamed Fathy Amer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0F0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soliman alhabib  Hospital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End User | Contact: eng hamdy  | Engineer: Mohamed Fathy Amer | Tier: VIP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rack Datawaylar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2026-01-25 11:26:34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Safa Medical Center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2026-01-19 16:08:12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Habib Hospitals Group Systems Migration &amp; Upg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2026-01-19 16:05:20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AL Nahda Medical Centers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2025-12-25 11:49:39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Hitteen Medical Centers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2025-12-25 11:48:28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Ishbiliyah Medical Complex - Structure Cablin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152,950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2025-12-25 11:46:02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wellness center Al habib gym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2025-12-15 14:48:12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Safa Medical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QT-EJT-Medical Center - PDU -1901026-R1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2,800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Safa Medical Center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RFQ-20260119163559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2026-01-19 16:37:06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Habib Hospitals Group Systems Migration &amp; Upgrade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Habib Hospitals Group Systems Migration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RFQ-20260125011351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2026-01-25 01:14:19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AL Nahda Medical 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QT-EJT-NMC-ICT-311225-R01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1,779,392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2,286,035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QT-EJT-NMC-ICT-311225-R01 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1,779,392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2,628,940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AL Nahda Medical Centers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RFQ-20260104080824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Access 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2026-01-04 08:08:56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Hitteen Medical Centers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QT-EJT-HMC-ICT-311225-R01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1,405,049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1,780,414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Hitteen Medical Centers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RFQ-20260104081144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 Passive, Access Con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2026-01-04 08:12:08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Ishbiliyah Medical Complex - Structure Cabling Sys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152,950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QT-EJT-IMC-SCS-281225-R03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125,419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152,950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 QT-EJT-IMC-SCS-281225-R03 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125,419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152,950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Won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Ishbiliyah Medical Complex - Structure 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RFQ-20260119133826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2026-01-19 13:39:03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wellness center Al habib gym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QT-EJT-Al habib gym-221225-R01.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Access Control, BGM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114,197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152,269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wellness center Al habib gym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RFQ-20251215190109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PA-AV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2025-12-15 19:01:47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El Habib Villa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111,137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QT-EJT-El Habib Villa-221225-R01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BGM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129,243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172,362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QT-EJT-El Habib Villa-11126-R05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92,314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111,137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El Habib Villa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RFQ-20251215193223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2025-12-15 19:33:14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RFQ-20260114135530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BGM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2026-01-14 13:56:10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NAMAR Medical Center Suliman Alhabib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Lead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QT-EJT-NMC-SCS-151225-R01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536,053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744,479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QT-EJT-NAMAR-F.A-301225-R01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656,093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871,610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NAMAR Medical Center Suliman Alhabib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RFQ-20251213101042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10:11:07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RFQ-20251213101112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Access Control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10:11:36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RFQ-20251213101148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10:12:20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RFQ-20251213101252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Alarm, CO System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10:13:21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RFQ-20251213101326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2025-12-13 10:13:48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soliman alhabib  Hospital tabok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soliman alhabib  Hospital  | Stage: Technical Discussion | Value: 6,972,328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QT-EJT-SHT-ICT-L.C-151025-R02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L.C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4,396,162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5,775,164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QT-EJT-SHT-ICT-L.C-151025-R02 - Panduit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F.A ,QMS , Nurse cal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4,396,162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5,775,164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QT-EJT-SHT-L.C-301025-R03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P.A , QUEUE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851,761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936,317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QT-EJT-SHT-P.A-101225-R06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Public Address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647,206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656,055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QT-EJT-SHT-F.A-091225-R06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2,412,038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2,945,723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soliman alhabib  Hospital tabok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RFQ-20250928071447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Access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2025-09-28 07:16:27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RFQ-20250928071647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2025-09-28 07:18:20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RFQ-20251109083659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2025-11-09 08:38:41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RFQ-20251203082528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2025-12-03 08:26:58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RFQ-20251203084811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2025-12-03 08:48:43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RFQ-20251206140257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2025-12-06 14:03:36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RFQ-20251206140341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2025-12-06 14:04:21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RFQ-20251208074751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BMS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2025-12-08 07:48:18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RFQ-20260113113348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2026-01-13 11:35:24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RFQ-20260121132319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Cabinet data center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2026-01-21 13:23:57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RFTS - soliman alhabib  Hospital tabok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2103120"/>
                <a:gridCol w="1371600"/>
                <a:gridCol w="18288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RFTS Ref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Engineer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6F42C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Fire Alarm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RFTS-35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 System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RFTS-37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CCTV,Passive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samar.h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>
                    <a:solidFill>
                      <a:srgbClr val="F5F0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RFTS-48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QMS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Technical Submi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Queue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bodel gruop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  <a:latin typeface="Calibri"/>
              </a:defRPr>
            </a:pPr>
            <a:r>
              <a:t>End User | Contact: eng. mohamed | Engineer: Mohamed Fathy Amer | Tier: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286000"/>
            <a:ext cx="2194560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Projects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606039" y="2286000"/>
            <a:ext cx="219456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3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59" y="2286000"/>
            <a:ext cx="219456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5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286000"/>
            <a:ext cx="219456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79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79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0" y="2286000"/>
            <a:ext cx="219456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37744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274320" y="3474720"/>
          <a:ext cx="116128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828800"/>
                <a:gridCol w="1371600"/>
                <a:gridCol w="201168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Project Name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Probability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Deal Value (SAR)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A527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Aber Suit Abh alnf hotel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Proposal 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2025-10-30 11:28:33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Braira gernata 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Negotiation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70.0%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2,579,303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2025-10-30 11:27:54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Aber tandaha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Prospecting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0.01%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2025-09-15 07:10:01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Hotel Khamis Mushit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Closed Lost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2025-09-08 12:08:53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Aber tahlieh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Negotiation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70.0%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1,887,338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2025-08-26 14:35:10</a:t>
                      </a:r>
                    </a:p>
                  </a:txBody>
                  <a:tcPr anchor="ctr"/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Aber narjis 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Negotiation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70.0%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2025-08-26 14:34:26</a:t>
                      </a:r>
                    </a:p>
                  </a:txBody>
                  <a:tcPr anchor="ctr">
                    <a:solidFill>
                      <a:srgbClr val="F0F5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Aber Suit Abh alnf hotel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bodel gruop | Stage: Proposal Sent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QT-EJT-Aber Suit Abhalnof -ELV-ICT-1211025-R01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ELV - ICT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1,118,679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1,390,116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QT-EJT-Aber Tandaha-ELV-ICT-2411025-R05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ELV - ICT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1,456,656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1,797,422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Aber Suit Abh alnf hotel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RFQ-20251101232428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H.Ragab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2025-11-01 23:24:40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RFQ-20251109084444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2025-11-09 08:44:52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Braira gernata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bodel gruop | Stage: Negotiation | Value: 2,579,303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QT-EJT-Braira Gernata -ELV-ICT-1211025-R01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ELV - ICT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1,396,828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1,729,549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QT-EJT-Braira Gernata -BG-ICT-271125-R04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ICT, IPCCTV,IPTV, PA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M.Saleh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1,606,038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2,612,903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Braira gernata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RFQ-20251101232547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2025-11-01 23:25:59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RFQ-20251127070137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2025-11-27 07:02:04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RFQ-20251127172449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M.Saleh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2025-11-27 17:25:00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Aber tahlieh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bodel gruop | Stage: Negotiation | Value: 1,887,338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QT-EJT-Tahlieh-Ict-L.C-80925-R04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IPTV , P.A , IPCCTV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311,107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347,209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QT-EJT-Boudl-Tahlia -BG-ICT-271125-R04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ICT, IPCCTV,IPTV, PA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M.Saleh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1,155,259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1,884,781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>
                    <a:solidFill>
                      <a:srgbClr val="E6F5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Aber tahlieh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RFQ-20250827135953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2025-08-27 14:00:33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RFQ-20251127172038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M.Saleh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2025-11-27 17:21:03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Project: Aber narjis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CDCDC"/>
                </a:solidFill>
                <a:latin typeface="Calibri"/>
              </a:defRPr>
            </a:pPr>
            <a:r>
              <a:t>Client: bodel gruop | Stage: Negotiation | Value: 0 SAR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00584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Quotations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828800"/>
            <a:ext cx="2560320" cy="10058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RFQs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560320" cy="10058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POs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828800"/>
            <a:ext cx="2560320" cy="10058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92024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4231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  <a:latin typeface="Calibri"/>
              </a:defRPr>
            </a:pPr>
            <a:r>
              <a:t>RFTS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3017520"/>
          <a:ext cx="112471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86000"/>
                <a:gridCol w="1828800"/>
                <a:gridCol w="1828800"/>
                <a:gridCol w="182880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Quote Ref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(SAR)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Selling Price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28A7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QT-EJT-Nargis-Ict-L.C-80925-R04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IPTV , P.A , IPCCTV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418,223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437,603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Quotation Sent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0000"/>
                </a:solidFill>
                <a:latin typeface="Calibri"/>
              </a:defRPr>
            </a:pPr>
            <a:r>
              <a:t>RFQs - Aber narjis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286000"/>
                <a:gridCol w="18288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RFQ Ref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System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Presale Eng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Calibri"/>
                        </a:defRPr>
                      </a:pPr>
                      <a:r>
                        <a:t>Requested</a:t>
                      </a:r>
                    </a:p>
                  </a:txBody>
                  <a:tcPr anchor="ctr">
                    <a:solidFill>
                      <a:srgbClr val="FFC10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RFQ-20250827085040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a.alshiekh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Quoted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2025-08-27 13:57:28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RFQ-20250827135853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soha.o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Cancelled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Calibri"/>
                        </a:defRPr>
                      </a:pPr>
                      <a:r>
                        <a:t>2025-08-27 13:59:08</a:t>
                      </a:r>
                    </a:p>
                  </a:txBody>
                  <a:tcPr anchor="ctr">
                    <a:solidFill>
                      <a:srgbClr val="FFFAE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