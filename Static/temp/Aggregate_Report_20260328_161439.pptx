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Aggregate Client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Generated: 2026-03-28 16:14 | Clients: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903,406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Deal Value (SAR)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Eng Ahmed Hajeen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الهلال الاحمر السعودي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 Infinite Energy Contracting Compan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AL Medwar Contracting co.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VIP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Al Basateen Al Mutamayza Al Akariya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Bani Limted Co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EDECS ElDawlia for Contracting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FREYSSINET SA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First Design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Ayham Zain Alabedden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Eng Ahmed Hajeen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 Ahmed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Eng Ahmed Villas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2026-02-02 07:44:21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الهلال الاحمر السعودي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م ماجد الغامدي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الهلال الاحمر السعودي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Prep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2025-11-18 07:31:29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 Infinite Energy Contracting Company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Ahmed afify 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مواقع شركة خالد الرواف جدة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2025-12-28 15:56:06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مواقع شركة خالد الرواف جدة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 Infinite Energy Contracting Company 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QT-EJT-خالد الرواف وشركايه -كاميرات مراقبه اداره القطاع 1 -IP-CCTV.ICT-0803026-R1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12,952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14,806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QT-EJT-خالد الرواف وشركايه -كاميرات مراقبه اداره القطاع 2 -IP-CCTV.ICT-0803026-R1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12,710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14,680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QT-EJT-خالد الرواف وشركايه - كاميرات مراقبه مستودع(المولات -الوراشه) ابحر 158-IP-CCTV.ICT-0803026-R1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179,969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194,364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QT-EJT-خالد الرواف وشركايه - كاميرات مراقبه  ابحر 158-IP-CCTV.ICT-0803026-R1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82,062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109,735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QT-EJT-خالد الرواف وشركايه - مكاتب الصناعيه184 -IP-CCTV.ICT-0803026-R1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30,421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35,253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مواقع شركة خالد الرواف جدة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RFQ-20251229073146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2025-12-29 07:33:20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RFQ-20260308080531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08:06:02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RFQ-20260308084106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08:41:41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RFQ-20260308085220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08:53:02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RFQ-20260308090546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09:06:25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RFQ-20260308091833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09:19:02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RFQ-20260308093954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09:40:42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RFQ-20260308095130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09:51:57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RFQ-20260308100449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10:05:44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RFQ-20260308101921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10:20:25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RFQ-20260308103026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2026-03-08 10:31:03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AL Medwar Contracting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Umaid Syed | Engineer: Ayham Zain Alabedden | Tier: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NHC-ALJAWHARA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2026-01-12 08:05:29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Jeedah Tender 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2025-12-28 07:20:16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OR2 Project - Riyadh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2025-08-21 17:12:49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DURAT ALMARWA - PLOT B PROJECT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2025-07-21 10:48:34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KING FAISAL SPECIALISTS HOSPITAL &amp; RESEARCH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Residential construction project in Yanbu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Rehabilitation of weapons storage facility 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NHC-ALJAWHARA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AL Medwar Contracting co.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QT-EJT-Enclosures-NHC-ALJAWHARA-cables-15012026-R01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7,055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QT-EJT-NHC-ALJAWHARA-Enclosures-cables-15012026-R02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8,380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9,365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QT-EJT-NHC-ALJAWHARA-Enclosures-cables-15012026-R03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7,712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NHC-ALJAWHARA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RFQ-20260115102913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2026-01-15 10:30:57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RFQ-20260204082250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2026-02-04 08:23:58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RFQ-20260204082746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2026-02-04 08:28:12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Purchase Orders - NHC-ALJAWHARA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82880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Number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(SAR)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PO-0000000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Bright Wire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OR2 Project - Riyadh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AL Medwar Contracting co.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QT-EJT-OR2-250825-F.A- 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730,985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914,842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QT-EJT-OR2-250825-L.C- R03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 , voice evacuati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947,156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1,149,896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OR2 Project - Riyadh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RFQ-20250823141533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2025-08-23 14:15:53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RFQ-20250911074642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2025-09-11 07:47:19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Residential construction project in Yanbu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AL Medwar Contracting co.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Residential construction project in Yanb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RFQ-20250423123124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2025-04-23 12:31:24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RFQ-20250428112457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2025-04-28 11:24:57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Rehabilitation of weapons storage facility special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AL Medwar Contracting co.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QT-CCC-RWSFSF-IPCCTV- 190525-R01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IPCCTV System - Hikv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395,788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497,794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Opportunity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Rehabilitation of weapons storage facili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RFQ-20250511143503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2025-05-11 14:35:03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Al Basateen Al Mutamayza Al Akariya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Mr.Fahad Alsaadoon | Engineer: Ayham Zain Alabedden | Tier: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Albasateen village 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38,400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2025-08-05 20:44:45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Albasateen village CCTV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Al Basateen Al Mutamayza Al Akariya | Stage: Closed Lost | Value: 38,400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QT-EJT-Battery 12v-91125-R01.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29,700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38,400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Albasateen village CCTV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RFQ-20250814144026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2025-08-14 14:41:36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RFQ-20251109082031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2025-11-09 08:21:26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Bani Limted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   Mohamed Harby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AL ROSSAIS RSEDENTIAL AND COMMERCIAL TOWER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2026-01-05 05:34:44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 AL ROSSAIS RSEDENTIAL AND COMMERCIAL TOWER - P122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Bani Limted Co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QT-EJT-Rossais-Passive, Active,PA-IPCCTV-06012026-R01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Activ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1,269,269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1,476,887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QT-EJT-Rossais-Passive, Active,PA-IPCCTV-06012026-R02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Activ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757,411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912,263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QT-EJT-Rossais-Passive, Active,PA-IPCCTV-06012026-R03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Activ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1,008,236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1,150,137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 AL ROSSAIS RSEDENTIAL AND COMMERCIAL 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RFQ-20260107133308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Active, 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2026-01-07 13:34:53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EDECS ElDawlia for Contracting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Mohamed Abdel-Fattah El Kholy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Hikma Pharma Industry Complex Project –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06:23:38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تطوير مواقع للتجمعات الصناعية الخاصة بخدمات إ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2025-10-02 13:30:31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Yanbu Petrochemical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2025-09-07 06:02:29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Hikma Pharma Industry Complex Project –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EDECS ElDawlia for Contracting | Stage: Cancelled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Hikma Pharma Industry Complex Project –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RFQ-20251215091719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09:17:53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RFQ-20251215203542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20:36:08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RFQ-20251215203632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20:36:54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RFQ-20251216062321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Access Control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2025-12-16 06:24:21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تطوير مواقع للتجمعات الصناعية الخاصة بخدمات إمدادا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EDECS ElDawlia for Contracting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QT-EJT-ESRC-SCS-121025-R01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1,261,072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1,591,144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تطوير مواقع للتجمعات الصناعية الخاصة بخد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RFQ-20251002133039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2025-10-02 13:34:03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Yanbu Petrochemical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EDECS ElDawlia for Contracting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QT-EJT-Yanbu-YP-IP-CCTV-ICT-0150925-R01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IP-CCTV - ICT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543,999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693,234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Yanbu Petrochemical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RFQ-20250907063825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2025-09-07 06:39:00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FREYSSINET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 Amr Zaki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MISK Peninsula Offices-Security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2025-12-16 05:10:50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MISK Peninsula Offices-Security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FREYSSINET SA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QT-EJT-MISK Peninsula Offices-171225-R01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1,060,736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1,326,510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MISK Peninsula Offices-Security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RFQ-20251217112933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2025-12-17 11:29:55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RFQ-20251221080813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Access Control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2025-12-21 08:08:46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First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 .Sami 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Spark Educational School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2026-01-03 20:37:17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Novotel Riyadh 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2025-07-19 20:15:13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Spark Educational School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First Design 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QT-EJT-Spark Educational School -ELV-01401026-R01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225,221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285,333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QT-EJT-Spark School-Passive-14012026-R01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122,041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158,229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QT-EJT-Spark Education school-150126-R01.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37,366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46,728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QT-EJT-Spark Education school-220126-R02.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PA, AV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266,853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333,612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QT-EJT-Spark School-Active-HP-25012026-R01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403,934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477,141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Spark Educational School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RFQ-20260105070128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Public Address, Audio 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2026-01-05 07:03:41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RFQ-20260107155529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2026-01-07 15:55:54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RFQ-20260113061249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2026-01-13 06:13:18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RFQ-20260120081540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2026-01-20 08:16:52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RFQ-20260122122550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PA, 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2026-01-22 12:26:21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RFQ-20260128142024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2026-01-28 14:21:16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RFQ-20260131152957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2026-01-31 15:30:24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RFQ-20260223062341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2026-02-23 06:24:14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RFQ-20260223062754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2026-02-23 06:28:19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RFQ-20260223063138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2026-02-23 06:32:01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RFQ-20260223063840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2026-02-23 06:39:04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Spark Educational School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RFTS-65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Amany.A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Hameed Contracting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 Sufyan 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PILGRIM'S PRAYER PLAZA MAKKAH, KSA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2025-12-21 08:17:53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PILGRIM'S PRAYER PLAZA MAKKAH, KSA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Hameed Contracting co | Stage: Cancelled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PILGRIM'S PRAYER PLAZA MAKKAH, KSA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RFQ-20251222073731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2025-12-22 07:38:08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Kenaaz United Contracting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Marlon Francisco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 - RFQ -14-04-2025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SEC - RFQ - 14-04-2025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Tender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Expansion of Mouwasat Al Qatif Hospital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Mouwasat Hospital Qatif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Tender 2 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F.A - RFQ -14-04-2025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Kenaaz United Contracting Company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QT-EJT-KENAAZ-F.A-17-04-2025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 System -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62,700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78,793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SEC - RFQ - 14-04-2025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Kenaaz United Contracting Company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QT-EJT-KENAAZ-SEC-17-04-2025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IPCCTV System - Hikv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16,962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21,018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Tender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Kenaaz United Contracting Company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QT-EJT-KUCCT1-ICT-230425-R01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11,469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14,385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Expansion of Mouwasat Al Qatif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Kenaaz United Contracting Company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QT-EJT-KENAAZ-EMAQHP-LC- 05-05-2025-R01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IPCCTV System - Hikv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570,353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717,537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Opportunity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Mouwasat Hospital Qatif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Kenaaz United Contracting Company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QT-EJT-KUCC-MQH-ICT-300425-R01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1,089,061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1,321,651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QT-EJT-KENAAZ-EMAQHP-F.A- 24-04-2025-R01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 System -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802,932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1,148,984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Mouwasat Hospital Qatif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RFQ-20250423110132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2025-04-23 11:01:32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RFQ-20250423110211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2025-04-23 11:02:11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RFQ-20250504092404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2025-05-04 09:24:04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Tender 2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Kenaaz United Contracting Company | Stage: Closed Lost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QT-EJT-KUCCT2-ICT-240425-R01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153,898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194,860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Tender 2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RFQ-20250423120613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2025-04-23 12:06:13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RFQ-20250429111744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2025-04-29 11:17:44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LEVELS Contracting 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Eng. Yassir AL-Shoibi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مجمع اللؤلؤة السكني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07:09:16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Soho Square 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163,694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SOHO Square Mall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701,312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Soho Square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LEVELS Contracting  CO | Stage: Closed Won | Value: 163,694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QT-EJT-LEVELS-SOHO-ACS-290425-R11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129,820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163,694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Soho Square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RFQ-20250423091417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2025-04-23 09:14:17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Purchase Orders - Soho Square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82880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Number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(SAR)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PO-0000327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Bright Wire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 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Soho Square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SOHO Square Mall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LEVELS Contracting  CO | Stage: Closed Won | Value: 701,312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QT-EJT-LEVELS-SOHO-IP CCTV-160924-R12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IPCCTV System - Hanw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462,341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540,270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QT-EJT-SOHO-ICT-210524-R13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164,076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193,849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Opportunity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QT-EJT-SOHO-ICT-07524-R14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Data Passive Datwyle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132,093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158,492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QT-EJT-SOHO-ICT-11525-R15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Data Datwyler And HP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132,446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159,106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QT-EJT-SOHO-ICT-11525-R16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Data Datwyler And HP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133,554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161,042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SOHO Square Mall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RFQ-20250429114716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2025-04-29 11:47:16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RFQ-20250504124257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2025-05-04 12:42:57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RFQ-20250730092201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2025-07-30 09:23:01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RFQ-20250903083701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2025-09-03 08:53:40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SOHO Square Mall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Talha Gulf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 Rezwan 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Talha Gulf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2025-10-29 06:09:03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Talha Gulf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Talha Gulf 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QT-EJT-TGP-SEC-271025-R04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13,105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31,988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Talha Gulf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RFQ-20251030090606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2025-10-30 09:06:19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الشرق الحديثة للاعمار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Contractor | Contact: Eng Ahmed Sayed  | Engineer: Ayham Zain Alabedden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Villa Mr Ahmed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2025-12-30 14:58:38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Villa Mr Ahmed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الشرق الحديثة للاعمار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Villa Mr Ahmed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RFQ-20260125110837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11:09:44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