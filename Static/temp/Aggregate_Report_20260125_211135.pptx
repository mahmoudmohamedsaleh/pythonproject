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5276"/>
                </a:solidFill>
              </a:defRPr>
            </a:pPr>
            <a:r>
              <a:t>Aggregate Client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Generated: 2026-01-25 21:11</a:t>
            </a:r>
          </a:p>
          <a:p>
            <a:pPr algn="ctr">
              <a:defRPr sz="1800"/>
            </a:pPr>
            <a:r>
              <a:t>Clients Included: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Client Name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Engineer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soliman alhabib  Hospital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End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Mohamed Fathy Amer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8A7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soliman alhabib  Hospital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Type: End User | Tier: VIP | Engineer: Mohamed Fathy Amer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Projects: 10 | Total Value: 7,236,415 SAR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77295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Deal Value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rack Datawaylar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Safa Medical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Habib Hospitals Group Systems Migration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 Nahda Medical Centers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Hitteen Medical Centers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Ishbiliyah Medical Complex - Structure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152,950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wellness center Al habib gym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 Habib Villa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111,137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NAMAR Medical Center Suliman Alhabib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soliman alhabib  Hospital tabok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Technical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6,972,328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