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Aggregate Client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  <a:latin typeface="Calibri"/>
              </a:defRPr>
            </a:pPr>
            <a:r>
              <a:t>Generated: 2026-01-26 07:41 | Clients: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Summary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13716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3474720" cy="1371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5087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Total Projects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71600"/>
            <a:ext cx="3474720" cy="13716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5087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681,348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Total Deal Value (SAR)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21031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Client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Engineer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Projects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 Arabian Village Real Estate Develo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End 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Not Assigned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 Arabian Village Real Estate Development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End User | Contact: Eng. Ahmed Sayed | Engineer: Not Assigned | Tier: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Down Town Residence 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Proposal 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681,348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2025-07-19 20:01:37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Down Town Residence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 Arabian Village Real Estate Development Company | Stage: Proposal Sent | Value: 681,348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QT-EJT-القريه العربيه -DTR-IP-CCTV.ICT-0190725-R1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ICT - IP-CCTV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191,296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248,032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Follow UP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QT-EJT-AVC-DTRP-210725-R01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Alarm, P.A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Radwa.E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138,195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174,366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QT-EJT-AV-S.M-060825-R01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Smart Home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195,291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258,950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QT-EJT-القريه العربيه -DTR-CABLE -0301125-R3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cable 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6,800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8,000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QT-EJT-القريه العربيه -DTR-IP-CCTV.ICT-031225-R4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95,768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120,613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Down Town Residence project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RFQ-20250719203349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2025-07-19 20:34:07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RFQ-20250730092408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Radwa.E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2025-07-30 09:25:20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RFQ-20250806065544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2025-08-06 06:59:22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RFQ-20251130071923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2025-11-30 07:19:56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RFQ-20251204063629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Access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2025-12-04 06:51:35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RFQ-20251223073940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Access Control, Intercom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2025-12-23 07:40:27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RFTS - Down Town Residence project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2103120"/>
                <a:gridCol w="13716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RFTS Ref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Engineer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Activ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