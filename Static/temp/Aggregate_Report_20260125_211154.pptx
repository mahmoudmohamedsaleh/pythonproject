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5276"/>
                </a:solidFill>
              </a:defRPr>
            </a:pPr>
            <a:r>
              <a:t>Aggregate Client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Generated: 2026-01-25 21:11</a:t>
            </a:r>
          </a:p>
          <a:p>
            <a:pPr algn="ctr">
              <a:defRPr sz="1800"/>
            </a:pPr>
            <a:r>
              <a:t>Clients Included: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276"/>
                </a:solidFill>
              </a:defRPr>
            </a:pPr>
            <a:r>
              <a:t>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729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Client Name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Engineer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Projects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soliman alhabib  Hospital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End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Mohamed Fathy Amer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bodel gruop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End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Mohamed Fathy Amer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28A7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soliman alhabib  Hospital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Type: End User | Tier: VIP | Engineer: Mohamed Fathy Amer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Projects: 10 | Total Value: 7,236,415 SAR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11680"/>
          <a:ext cx="11277295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20039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Project Name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Deal Value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rack Datawaylar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Safa Medical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Habib Hospitals Group Systems Migration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AL Nahda Medical Centers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Hitteen Medical Centers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Ishbiliyah Medical Complex - Structure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152,950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wellness center Al habib gym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El Habib Villa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111,137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NAMAR Medical Center Suliman Alhabib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soliman alhabib  Hospital tabok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Technical Discussion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6,972,328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276"/>
                </a:solidFill>
              </a:defRPr>
            </a:pPr>
            <a:r>
              <a:t>bodel gruop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Type: End User | Tier: Standard | Engineer: Mohamed Fathy Amer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Projects: 6 | Total Value: 4,466,641 SAR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11680"/>
          <a:ext cx="11277295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20039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Project Name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Deal Value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Aber Suit Abh alnf hotel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Proposal 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5.0%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Braira gernata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Negotiation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2,579,303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70.0%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Aber tandaha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Prospecting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Hotel Khamis Mushit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Closed Lost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Aber tahlieh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Negotiation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1,887,338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70.0%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Aber narjis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Negotiation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